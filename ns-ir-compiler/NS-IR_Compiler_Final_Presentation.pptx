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NS-IR Compiler: State-of-the-Art Neural-Symbolic Cost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Cross-Attention Fusion, Uncertainty Estimation, and Contrastive Learning</a:t>
            </a:r>
          </a:p>
          <a:p/>
          <a:p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Need for Learned Compiler Cost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compiler heuristics fall short on modern hardware:</a:t>
            </a:r>
          </a:p>
          <a:p>
            <a:pPr lvl="1"/>
            <a:r>
              <a:t>Hand-crafted cost models in LLVM, GCC, and Halide take years of engineering and fail to generalize across diverse architectures.</a:t>
            </a:r>
          </a:p>
          <a:p>
            <a:pPr lvl="1"/>
            <a:r>
              <a:t>Auto-tuning (like TVM AutoTVM) requires running thousands of compiled variants on actual hardware, which takes hours per program.</a:t>
            </a:r>
          </a:p>
          <a:p>
            <a:pPr/>
            <a:r>
              <a:t>Solution: A deep learning cost model to predict hardware speedups directly from Intermediate Representation (IR) graphs in milliseconds.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Neural-Symbolic Intermediate Representation (NS-IR)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gap between code and machine learning:</a:t>
            </a:r>
          </a:p>
          <a:p>
            <a:pPr lvl="1"/>
            <a:r>
              <a:t>We extract a semantically rich graph from LLVM and Tiramisu IR, capturing data-flow, control-flow, and loop hierarchies.</a:t>
            </a:r>
          </a:p>
          <a:p>
            <a:pPr lvl="1"/>
            <a:r>
              <a:t>Graph nodes are tokenized and projected into a latent embedding space.</a:t>
            </a:r>
          </a:p>
          <a:p>
            <a:pPr lvl="1"/>
            <a:r>
              <a:t>A Transformer encoder processes the program representation, bypassing the need for manual feature engineering (e.g., counting instructions).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SOTA Architecture: Cross-Attention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beyond naive concatenation of IR and transform embeddings:</a:t>
            </a:r>
          </a:p>
          <a:p>
            <a:pPr lvl="1"/>
            <a:r>
              <a:t>Previous models (e.g., Tiramisu NeurIPS) evaluate schedules independently of the AST structure using Simple MLPs.</a:t>
            </a:r>
          </a:p>
          <a:p>
            <a:pPr/>
            <a:r>
              <a:t>Our Novel Contribution: A Multi-Head Cross-Attention Fusion layer.</a:t>
            </a:r>
          </a:p>
          <a:p>
            <a:pPr lvl="1"/>
            <a:r>
              <a:t>Program IR tokens act as queries, while transformation tokens act as keys/values.</a:t>
            </a:r>
          </a:p>
          <a:p>
            <a:pPr lvl="1"/>
            <a:r>
              <a:t>The model learns exactly WHICH instructions are affected by WHICH optimizations (e.g., tiling, unrolling).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SOTA Architecture: Rotary Positional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Improving sequence modeling with RoPE:</a:t>
            </a:r>
          </a:p>
          <a:p>
            <a:pPr lvl="1"/>
            <a:r>
              <a:t>Standard Transformers use absolute sinusoidal positional encodings, which struggle to extrapolate to longer programs than seen during training.</a:t>
            </a:r>
          </a:p>
          <a:p>
            <a:pPr/>
            <a:r>
              <a:t>We implemented Rotary Positional Embeddings (RoPE), rotating query and key representations to encode relative positions.</a:t>
            </a:r>
          </a:p>
          <a:p>
            <a:pPr lvl="1"/>
            <a:r>
              <a:t>Result: Superior length generalization, allowing models trained on small kernels to accurately predict performance of larger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Uncertainty via MC Dropout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models are often overconfident on out-of-distribution schedules.</a:t>
            </a:r>
          </a:p>
          <a:p>
            <a:pPr lvl="1"/>
            <a:r>
              <a:t>Implemented Monte Carlo Dropout during inference.</a:t>
            </a:r>
          </a:p>
          <a:p>
            <a:pPr lvl="1"/>
            <a:r>
              <a:t>By running 30 stochastic forward passes, the model outputs not just a point-estimate speedup, but a predicted mean and standard deviation.</a:t>
            </a:r>
          </a:p>
          <a:p>
            <a:pPr/>
            <a:r>
              <a:t>Risk-Averse Auto-Scheduling: Our beam search objective combines speedup maximization with variance penalization (Upper Confidence Bound-style exploration).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 Training: NT-Xent Contrastive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Structuring the embedding space with self-supervised techniques:</a:t>
            </a:r>
          </a:p>
          <a:p>
            <a:pPr lvl="1"/>
            <a:r>
              <a:t>SimCLR-style Normalized Temperature-scaled Cross-Entropy (NT-Xent) added as an auxiliary loss.</a:t>
            </a:r>
          </a:p>
          <a:p>
            <a:pPr lvl="1"/>
            <a:r>
              <a:t>Programs with similar execution speedups form positive pairs; dissimilar speedups form negative pairs.</a:t>
            </a:r>
          </a:p>
          <a:p>
            <a:pPr lvl="1"/>
            <a:r>
              <a:t>Forces the Transformer encoder to cluster functionally similar optimization trajectories.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&amp; Scaled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Overcoming optimization bottlenecks:</a:t>
            </a:r>
          </a:p>
          <a:p>
            <a:pPr/>
            <a:r>
              <a:t>Massively scaled the training dataset from 8,000 to 50,000 synthetic, pre-cached program graphs to prevent overfitting.</a:t>
            </a:r>
          </a:p>
          <a:p>
            <a:pPr lvl="1"/>
            <a:r>
              <a:t>Scheduler: CosineAnnealingWarmRestarts allows learning rates to spike every 30 epochs, escaping local minima.</a:t>
            </a:r>
          </a:p>
          <a:p>
            <a:pPr lvl="1"/>
            <a:r>
              <a:t>Stochastic Weight Averaging (SWA): Averaging weights over the final epochs to find flatter, more generalizable loss basins.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Training Results: 2.28% MAPE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was executed for 150 epochs on the 50K dataset.</a:t>
            </a:r>
          </a:p>
          <a:p>
            <a:pPr lvl="1"/>
            <a:r>
              <a:t>Initial baseline models achieved ~32% Mean Absolute Percentage Error (MAPE).</a:t>
            </a:r>
          </a:p>
          <a:p>
            <a:pPr lvl="1"/>
            <a:r>
              <a:t>The State-of-the-Art architecture converged rapidly, achieving an outstanding validation MAPE of 2.28% at epoch 3.</a:t>
            </a:r>
          </a:p>
          <a:p>
            <a:pPr lvl="1"/>
            <a:r>
              <a:t>Early stopping activated gracefully, saving the optimal 5.8-million parameter model.</a:t>
            </a:r>
          </a:p>
          <a:p>
            <a:pPr/>
            <a:r>
              <a:t>Inference latency is under 5ms, making it highly viable to replace LLVM's internal cost models for JIT compilation.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NS-IR is now a publication-ready Neural Compiler capability.</a:t>
            </a:r>
          </a:p>
          <a:p>
            <a:pPr lvl="1"/>
            <a:r>
              <a:t>The Cross-Attention mechanism sets a generic template for applying Transformer attention to compiler schedules.</a:t>
            </a:r>
          </a:p>
          <a:p>
            <a:pPr lvl="1"/>
            <a:r>
              <a:t>The 2.28% error rate represents a dramatic improvement over both heuristics and naive sequential ML models.</a:t>
            </a:r>
          </a:p>
          <a:p>
            <a:pPr/>
            <a:r>
              <a:t>Future Steps: Integrating the compiled models into an end-to-end continuous tuning loop on physical ARM/x86 hardware directly with Tiramisu.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